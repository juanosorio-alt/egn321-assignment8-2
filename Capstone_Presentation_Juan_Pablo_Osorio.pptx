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7c8620f8b4da0" /><Relationship Type="http://schemas.openxmlformats.org/officeDocument/2006/relationships/extended-properties" Target="/docProps/app.xml" Id="R4bf71b5bafb04e46" /><Relationship Type="http://schemas.openxmlformats.org/officeDocument/2006/relationships/officeDocument" Target="/ppt/presentation.xml" Id="Rbaf8eb1353f544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b88345dd24a48"/>
  </p:sldMasterIdLst>
  <p:notesMasterIdLst>
    <p:notesMasterId xmlns:r="http://schemas.openxmlformats.org/officeDocument/2006/relationships" r:id="R70b7d0587fc24cfd"/>
  </p:notesMasterIdLst>
  <p:sldIdLst>
    <p:sldId xmlns:r="http://schemas.openxmlformats.org/officeDocument/2006/relationships" id="256" r:id="R4309f63c2e404e55"/>
    <p:sldId xmlns:r="http://schemas.openxmlformats.org/officeDocument/2006/relationships" id="257" r:id="R4b54d9c37ea94b5e"/>
    <p:sldId xmlns:r="http://schemas.openxmlformats.org/officeDocument/2006/relationships" id="258" r:id="R81a06b976fc1469b"/>
    <p:sldId xmlns:r="http://schemas.openxmlformats.org/officeDocument/2006/relationships" id="259" r:id="R6233ffcdb4fe44a2"/>
    <p:sldId xmlns:r="http://schemas.openxmlformats.org/officeDocument/2006/relationships" id="260" r:id="R2502987226c54763"/>
    <p:sldId xmlns:r="http://schemas.openxmlformats.org/officeDocument/2006/relationships" id="261" r:id="Rb64c7c7124344b4c"/>
    <p:sldId xmlns:r="http://schemas.openxmlformats.org/officeDocument/2006/relationships" id="262" r:id="Rcc4b3d15518d48c1"/>
    <p:sldId xmlns:r="http://schemas.openxmlformats.org/officeDocument/2006/relationships" id="263" r:id="R7706a861881146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15baa7fa934633" /><Relationship Type="http://schemas.openxmlformats.org/officeDocument/2006/relationships/slideMaster" Target="/ppt/slideMasters/slideMaster1.xml" Id="R48eb88345dd24a48" /><Relationship Type="http://schemas.openxmlformats.org/officeDocument/2006/relationships/notesMaster" Target="/ppt/notesMasters/notesMaster1.xml" Id="R70b7d0587fc24cfd" /><Relationship Type="http://schemas.openxmlformats.org/officeDocument/2006/relationships/presProps" Target="/ppt/presProps.xml" Id="R6aaef5a3ab58469e" /><Relationship Type="http://schemas.openxmlformats.org/officeDocument/2006/relationships/tableStyles" Target="/ppt/tableStyles.xml" Id="R6e1e32b9f4cd4d06" /><Relationship Type="http://schemas.openxmlformats.org/officeDocument/2006/relationships/slide" Target="/ppt/slides/slide1.xml" Id="R4309f63c2e404e55" /><Relationship Type="http://schemas.openxmlformats.org/officeDocument/2006/relationships/slide" Target="/ppt/slides/slide2.xml" Id="R4b54d9c37ea94b5e" /><Relationship Type="http://schemas.openxmlformats.org/officeDocument/2006/relationships/slide" Target="/ppt/slides/slide3.xml" Id="R81a06b976fc1469b" /><Relationship Type="http://schemas.openxmlformats.org/officeDocument/2006/relationships/slide" Target="/ppt/slides/slide4.xml" Id="R6233ffcdb4fe44a2" /><Relationship Type="http://schemas.openxmlformats.org/officeDocument/2006/relationships/slide" Target="/ppt/slides/slide5.xml" Id="R2502987226c54763" /><Relationship Type="http://schemas.openxmlformats.org/officeDocument/2006/relationships/slide" Target="/ppt/slides/slide6.xml" Id="Rb64c7c7124344b4c" /><Relationship Type="http://schemas.openxmlformats.org/officeDocument/2006/relationships/slide" Target="/ppt/slides/slide7.xml" Id="Rcc4b3d15518d48c1" /><Relationship Type="http://schemas.openxmlformats.org/officeDocument/2006/relationships/slide" Target="/ppt/slides/slide8.xml" Id="R7706a8618811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94ffd6e2f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217de7ab64cee" /><Relationship Type="http://schemas.openxmlformats.org/officeDocument/2006/relationships/notesMaster" Target="/ppt/notesMasters/notesMaster1.xml" Id="Rd8bf4ca31f82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650d672954183" /><Relationship Type="http://schemas.openxmlformats.org/officeDocument/2006/relationships/notesMaster" Target="/ppt/notesMasters/notesMaster1.xml" Id="R2ce7141abf47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c8f336df24713" /><Relationship Type="http://schemas.openxmlformats.org/officeDocument/2006/relationships/notesMaster" Target="/ppt/notesMasters/notesMaster1.xml" Id="R3176339d3ea3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a22a650b8c4837" /><Relationship Type="http://schemas.openxmlformats.org/officeDocument/2006/relationships/notesMaster" Target="/ppt/notesMasters/notesMaster1.xml" Id="Rfa0b7b0c1cd841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aa9c70c0243e1" /><Relationship Type="http://schemas.openxmlformats.org/officeDocument/2006/relationships/notesMaster" Target="/ppt/notesMasters/notesMaster1.xml" Id="R8c348d5165464e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69e9e3aaf4889" /><Relationship Type="http://schemas.openxmlformats.org/officeDocument/2006/relationships/notesMaster" Target="/ppt/notesMasters/notesMaster1.xml" Id="Rccec71ce15b945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ab3aec8fdd489f" /><Relationship Type="http://schemas.openxmlformats.org/officeDocument/2006/relationships/notesMaster" Target="/ppt/notesMasters/notesMaster1.xml" Id="Rcbb801761b0c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2e879e211c4b95" /><Relationship Type="http://schemas.openxmlformats.org/officeDocument/2006/relationships/notesMaster" Target="/ppt/notesMasters/notesMaster1.xml" Id="R2020edde55f9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original instructor-authorized inventory workbook. It asks what to reorder and how much. Inputs: stock, weekly use, lead time and safety stock. This is classroom data, not a real business deployment. About 45 seconds. Source: original/WORKBOOK_INTAKE_FORM.md.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Reorder Logic!C7 in the original workbook. Increasing Inventory!F7 from 5 to 20 leaves the old point at 15. Do not claim the original business exception was proven wrong: its intent was unknown. Our chosen classroom policy uses the input consistently. About 60 seconds. Source: original/INITIAL_RISK_AND_DEFECT_INVENTORY.md.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candid: the sensor exercise did not measure inventory. Reused architecture patterns informed a new implementation of the original inventory proposal. Do not claim an uninterrupted inventory application through every module. About 45 seconds. Sources: original proposal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logic.py calculate/review, app.py routes, reviews table and supervisor.py. Demand = weekly use times lead time; point = demand plus safety stock; if stock &lt;= point, target twice point and subtract stock. Round up whole-item orders. Point to the explicit classroom policy. About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application rather than reading this slide. Demonstrate inputs, calculation columns, date, review ID, download and event. Invalid review must not save any partial rows. About 2 minutes. Source: evidence/live/02_workbook_review.json and 03_invalid_refusal.json.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supplied workbook and test suite. For P-110, independently compute 8 × 3 = 24, plus 6 = 30, then 60 − 24 = 36. State that baseline references are cached workbook outputs, not a fresh Excel recalculation during this build. The edge result is an intentional policy difference. About 75 seconds. Sources: workbook_expected.json, original/AUDIT_EVIDENCE.md, test_inventory.py.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marker outage and remove only the marker. Show FAILED and recovered HEALTHY, earlier review IDs, and a newly saved review. The second test actually kills the child through an opt-in supervisor control. It does not prove recovery from physical disk failure. Partner observations and two improvements after handoff will be added after the session. About 90 seconds. Sources: evidence/live/timeline.json, result.json.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validation cannot guarantee source truth. There is no authentication, production server, cost optimization or purchasing integration. AI helped implementation and documentation; verified work is recorded in AI_LOG.md. The live defense must be completed independently without AI. About 45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336aed9464f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a1f26616345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c20eaa2594e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b7affb0c4c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ab1a6081949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8a7781846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224741-1486-48DE-AF48-7EB57712D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AA0439-381F-4DF5-B724-867C401CA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7D4519-48EC-4AF6-83E1-BF07B0476E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EFBC42-7BCF-477B-97A8-8B31B338C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2096F8-23E4-4253-A626-C3B37A22A8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BA836E-F9E1-4C21-A581-199988F0D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0C54BE-2F39-4162-8098-5AF79201E9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FC3057-974F-4F2D-8519-76FAD9AD69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75DB8D-6591-4160-8657-19D10812E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F8C112-A135-479C-81E0-D20A0F14F2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ffe95f23864286" /><Relationship Type="http://schemas.openxmlformats.org/officeDocument/2006/relationships/slideLayout" Target="/ppt/slideLayouts/slideLayout1.xml" Id="R12a960be7d464893" /><Relationship Type="http://schemas.openxmlformats.org/officeDocument/2006/relationships/slideLayout" Target="/ppt/slideLayouts/slideLayout2.xml" Id="R887a20c4ecfd4f01" /><Relationship Type="http://schemas.openxmlformats.org/officeDocument/2006/relationships/slideLayout" Target="/ppt/slideLayouts/slideLayout3.xml" Id="Rcbfed074e8394fc2" /><Relationship Type="http://schemas.openxmlformats.org/officeDocument/2006/relationships/slideLayout" Target="/ppt/slideLayouts/slideLayout4.xml" Id="R7fd0ab1a9a3b47b9" /><Relationship Type="http://schemas.openxmlformats.org/officeDocument/2006/relationships/slideLayout" Target="/ppt/slideLayouts/slideLayout5.xml" Id="R4bf966aa17b74dd6" /><Relationship Type="http://schemas.openxmlformats.org/officeDocument/2006/relationships/slideLayout" Target="/ppt/slideLayouts/slideLayout6.xml" Id="R01e74893a1d3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960be7d464893"/>
    <p:sldLayoutId xmlns:r="http://schemas.openxmlformats.org/officeDocument/2006/relationships" id="2147483650" r:id="R887a20c4ecfd4f01"/>
    <p:sldLayoutId xmlns:r="http://schemas.openxmlformats.org/officeDocument/2006/relationships" id="2147483651" r:id="Rcbfed074e8394fc2"/>
    <p:sldLayoutId xmlns:r="http://schemas.openxmlformats.org/officeDocument/2006/relationships" id="2147483652" r:id="R7fd0ab1a9a3b47b9"/>
    <p:sldLayoutId xmlns:r="http://schemas.openxmlformats.org/officeDocument/2006/relationships" id="2147483653" r:id="R4bf966aa17b74dd6"/>
    <p:sldLayoutId xmlns:r="http://schemas.openxmlformats.org/officeDocument/2006/relationships" id="2147483654" r:id="R01e74893a1d3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6e26e5f794049" /><Relationship Type="http://schemas.openxmlformats.org/officeDocument/2006/relationships/notesSlide" Target="/ppt/notesSlides/notesSlide1.xml" Id="R7c5735dcc96045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535686f5a4e9a" /><Relationship Type="http://schemas.openxmlformats.org/officeDocument/2006/relationships/notesSlide" Target="/ppt/notesSlides/notesSlide2.xml" Id="R087c675de911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92009a0534281" /><Relationship Type="http://schemas.openxmlformats.org/officeDocument/2006/relationships/notesSlide" Target="/ppt/notesSlides/notesSlide3.xml" Id="Rb72a4016bc1f4a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9270705b74b75" /><Relationship Type="http://schemas.openxmlformats.org/officeDocument/2006/relationships/notesSlide" Target="/ppt/notesSlides/notesSlide4.xml" Id="R65dd589f1c9047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129e432c14e31" /><Relationship Type="http://schemas.openxmlformats.org/officeDocument/2006/relationships/image" Target="/ppt/media/image.jpeg" Id="Reba3da2494144390" /><Relationship Type="http://schemas.openxmlformats.org/officeDocument/2006/relationships/notesSlide" Target="/ppt/notesSlides/notesSlide5.xml" Id="Rdd828b3cc3a240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70258c1c54b95" /><Relationship Type="http://schemas.openxmlformats.org/officeDocument/2006/relationships/notesSlide" Target="/ppt/notesSlides/notesSlide6.xml" Id="Rf6622ccc4bd24d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2889a079b4982" /><Relationship Type="http://schemas.openxmlformats.org/officeDocument/2006/relationships/notesSlide" Target="/ppt/notesSlides/notesSlide7.xml" Id="R102765c1b89442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830b981eb4561" /><Relationship Type="http://schemas.openxmlformats.org/officeDocument/2006/relationships/notesSlide" Target="/ppt/notesSlides/notesSlide8.xml" Id="R74e36d09a878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571BD-274C-44AF-A532-B6616E9A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Inventory Reorder Decision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4836E-BA90-4FFF-B6DC-F80F01FA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Juan Pablo Osorio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EGN 321 final capstone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An inventory workbook with six fictional items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A local application with traceable 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93045-6DE2-43A0-A0CA-1723E6DB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2605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63218-49D7-4955-8DD5-34C1A7F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What needed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20F69-32F1-438A-B322-15F2A513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Row 7 added a fixed 5 and ignored safety-stock edits.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Negative stock still produced a purchasing quantity.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Row positions linked inputs to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The multiplier of 2 had no documented business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7C97B-B03F-478A-A601-2896448A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7146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231D-CC3C-404C-B6F8-D52283AB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How the system grew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5E0FB-9FF0-417C-AAEB-AA54B07B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Modules 3 and 4: inventory audit and capstone proposal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Modules 5–7: separate temperature monitoring exercises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Final integration: inventory logic, Flask, SQLite and logs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Module 8: written operating guide and planned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D8F8C-B2DB-488C-AFB6-9FF22C4C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32804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DB8A7-3E43-43BD-A08A-8F6F8AF1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Final 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AB80C-85BE-48AB-930E-D576E68A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Browser input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Validation and reusable Decimal calculation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Atomic SQLite review storage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Recommendations, CSV and saved history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Structured events and supervised restart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F6984-8120-4E27-B0C7-9339EF2D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93120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7164F-E904-4521-8B68-CFDCA043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Live application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B64A1-DF45-4F76-AF81-3B03366A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714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Load the sample and save.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P-110 order: 36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Enter −1 stock to show refusal.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Inspect history and CSV.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6B577-5744-40EB-9F9B-EF9572701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3da2494144390"/>
          <a:stretch xmlns:a="http://schemas.openxmlformats.org/drawingml/2006/main"/>
        </p:blipFill>
        <p:spPr>
          <a:xfrm xmlns:a="http://schemas.openxmlformats.org/drawingml/2006/main">
            <a:off x="4572000" y="1827609"/>
            <a:ext cx="7048500" cy="39647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61B1B-CA24-4727-A8D7-A1882C28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6793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78622-6CC4-4E6D-BA27-4C5BAF9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Verification against the original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EBD9F-1311-4C4C-882F-42D33A0E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Six original workbook cases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P-130 safety stock 20: new point 30 and order 38.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The original fixed-5 formula still gives point 15 and no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Additional tests check boundaries, duplicates and SKU order.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10562-5D2B-41F3-A28D-C6901A5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7428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76445-86E2-48B7-8507-343A2C5A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Failure, recovery and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F3B06-B625-4D39-AC13-36ABCBE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Controlled storage outage refused new reviews.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Recovery preserved earlier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Supervisor replaced the terminated child in about 1.44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Partner handoff is pending. No usability result is claimed.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AE749-D4B9-436C-8718-1761CF2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9990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259F4-E804-4B40-8B34-BF2013D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B36"/>
                </a:solidFill>
                <a:latin typeface="Arial"/>
                <a:ea typeface="Arial"/>
                <a:cs typeface="Arial"/>
              </a:rPr>
              <a:t>Assumptions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FE891-F9E8-489B-8F55-435BB42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Classroom policy uses each, items/week and weeks.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The order multiplier needs business approval.</a:t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Supplier constraints and live stock feeds are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D42"/>
                </a:solidFill>
                <a:latin typeface="Arial"/>
                <a:ea typeface="Arial"/>
                <a:cs typeface="Arial"/>
              </a:rPr>
              <a:t>Technical evidence is available. Partner testing remains.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4C404-8214-4C93-9B64-4B787F86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0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6184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2026-10-23T22:48:21.8190000Z</dcterms:created>
  <dcterms:modified xsi:type="dcterms:W3CDTF">2026-10-23T22:48:21.8190000Z</dcterms:modified>
</coreProperties>
</file>